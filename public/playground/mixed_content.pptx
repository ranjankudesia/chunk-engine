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Mixed Content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Tables, bullets and prose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report consolidates data from three departments.</a:t>
            </a:r>
          </a:p>
          <a:p>
            <a:pPr/>
            <a:r>
              <a:t>All figures are as of Q4 2024 unless noted otherwise.</a:t>
            </a:r>
          </a:p>
          <a:p>
            <a:pPr/>
            <a:r>
              <a:t>Variance analysis is appended in the supplementary section.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40080">
                <a:tc>
                  <a:txBody>
                    <a:bodyPr/>
                    <a:lstStyle/>
                    <a:p>
                      <a:r>
                        <a:t>Quarter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($M)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Growth 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Q1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Q2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Q3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+13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Q4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Regulatory changes in the EU market.</a:t>
            </a:r>
          </a:p>
          <a:p>
            <a:pPr/>
            <a:r>
              <a:t>• Supply-chain disruptions for hardware SKUs.</a:t>
            </a:r>
          </a:p>
          <a:p>
            <a:pPr/>
            <a:r>
              <a:t>• Retention of senior engineering talent.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Figures pending external audit.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applied a bottom-up revenue model seeded from individual deal values. Each opportunity was probability-weighted at three confidence intervals (P50, P75, P90) before aggregation into the portfolio forecast.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Headcount by Department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40080">
                <a:tc>
                  <a:txBody>
                    <a:bodyPr/>
                    <a:lstStyle/>
                    <a:p>
                      <a:r>
                        <a:t>Department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Δ YoY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G&amp;A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Board approval expected by Jan 15.</a:t>
            </a:r>
          </a:p>
          <a:p>
            <a:pPr/>
            <a:r>
              <a:t>Budget reforecast to commence Feb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